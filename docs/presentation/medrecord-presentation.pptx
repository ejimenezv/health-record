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194560"/>
            <a:ext cx="137160" cy="2377440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0">
                <a:solidFill>
                  <a:srgbClr val="CFD8DC"/>
                </a:solidFill>
                <a:latin typeface="Calibri"/>
              </a:rPr>
              <a:t>Sistema de documentación médica automatizada en español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CFD8DC"/>
                </a:solidFill>
                <a:latin typeface="Calibri"/>
              </a:rPr>
              <a:t>Enrique Jiménez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E06C00"/>
                </a:solidFill>
                <a:latin typeface="Calibri"/>
              </a:rPr>
              <a:t>Proyecto Final  ·  AI/LLM Solution Architect  ·  Cohorte 2025-A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30–40 % del tiempo del médico se va en documentación post-consulta.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Notas SOAP redactadas a mano, horas después de la consulta.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Información perdida o incompleta entre la consulta y el expediente.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Errores de transcripción difíciles de auditar.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Alertas de interacción medicamentosa que llegan tarde — o no llegan.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La propuesta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200" b="1">
                <a:solidFill>
                  <a:srgbClr val="0B2A4A"/>
                </a:solidFill>
                <a:latin typeface="Calibri"/>
              </a:rPr>
              <a:t>Transcripción y extracción clínica en vivo, mientras la consulta ocurre.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Streaming bidireccional con WebSocket desde el inicio.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Diarización doctor / paciente híbrida (acústica + LLM).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Extracción incremental de síntomas, diagnósticos, CIE-10, fármacos.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Validación contra base de conocimiento médico vía RAG.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 Alertas de interacción medicamentosa emitidas en cuanto se detectan.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Stack tecnológico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Capa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React + TypeScript + 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SPA con grabación en vivo y panel de transcripción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Backend de negocio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Node.js + Express + Prisma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Pacientes, citas, expediente, JWT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Servicio de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Python + 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Streaming, transcripción, extracción,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ChromaDB + text-embedding-3-small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Vademécum y guías clínicas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Datos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PostgreSQL + 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Metadatos clínicos / sesión /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Modelos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OpenAI Whisper + GPT-4o family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Audio y extracción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Docker Compose · AWS · Terraform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Deployment reproducible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Arquitectura — vista de contenedores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Microservicios con frontera clínica / IA bien separada.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Frontend (React) ⇄ REST + Socket.IO ⇄ Backend (Node) ⇄ AI Service (Python).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Backend de Node es deliberadamente delgado en lo que toca a IA: invoca, no orquesta.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El servicio de IA concentra streaming, Whisper, diarización, extracción, RAG y cost tracking.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Datos: PostgreSQL para clínico, Redis para sesión y cache, ChromaDB para vectores.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Documentación visual: docs/architecture/diagrams/  (sustituir esta diapositiva por el diagrama C4).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Demo en vivo — flujo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Paso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Qué se muestra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Health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Backend y AI service responden 'healthy'.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Login + dashboard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JWT compartido; navegación clínica.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Paciente y cita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CRUD; alergias y crónicas como entidades.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Sesión en vivo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WebSocket; transcripción incremental.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Diarización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Turnos doctor / paciente en tiempo real.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Extracción en vivo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Síntomas, diagnóstico, CIE-10 candidato.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Alerta de interacción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Drug-interaction warning vía WebSocket.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Cierre de sesión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Transcripción + extracción consolidadas.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Consulta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POST /query con citaciones y similitud.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ADR-001 · Estrategia multi-tier de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127B7B"/>
                </a:solidFill>
                <a:latin typeface="Calibri"/>
              </a:rPr>
              <a:t>Tres tiers para optimizar costo sin sacrificar calidad clínica.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031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FAST_CHEAP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Validaciones rápidas, validador de diarización, formato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BALANCED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GPT-4o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Extracción clínica, generación principal — baseline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GPT-4-turbo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Fallback para casos complejos / JSON inválido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Trade-off: GPT-4o-mini es ~16× más barato pero menos preciso en dosis. GPT-4o queda como baseline; mini se usa solo en validaciones secundarias. PREMIUM solo si BALANCED falla.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ADR-002 · ChromaDB sobre Pinecone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Opción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Costo / mes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Latencia retrieval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Veredicto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ChromaDB (elegido)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$0 (local)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80–120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Suficiente al volumen 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Pinecone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~$50 starter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50–80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Sin replicación / backup ganados no justifican costo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Weaviate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~$25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60–100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Complejidad operacional alta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657600"/>
            <a:ext cx="109728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El cuello de botella real es Whisper, no el retrieval. Optimizar el componente que pesa el 0,1 % del tiempo no tiene sentido. Criterios de revisión: &gt; 80 k vectores, retrieval p95 &gt; 500 ms o necesidad multi-región.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ADR-003 · Node + Python con JWT compartido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Node.js para dominio clínico: ecosistema Prisma + Express maduro y conocido.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Python para IA: Whisper, RAGAS, ChromaDB, Resemblyzer, sin equivalente real en Node.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JWT HS256 con secreto compartido byte-a-byte: un solo token vale en ambos servicios.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Frontera clara: el backend de Node nunca toca prompts; el servicio de Python nunca toca pacientes.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Permite escalar y desplegar cada servicio en aislamiento.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ADR-005 · Diarización híbrida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127B7B"/>
                </a:solidFill>
                <a:latin typeface="Calibri"/>
              </a:rPr>
              <a:t>AudioFeatureDiarizer + LLMValidator + IncrementalDiarizer.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9456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Precisión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Latencia adicional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Streaming (online)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~ 87 %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&lt; 2 s por chunk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Refinamiento batch al cerrar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~ 92 %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+ 30 s al cerrar la sesión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20624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Pyannote (estado del arte) descartado: requiere GPU; en CPU es incompatible con tiempo real. Resemblyzer descartado: ~80 % de precisión, no mejora el baseline. El híbrido alcanza precisión clínicamente útil sin GPU.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ADR-006 · Streaming en tiempo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WebSocket bidireccional desde el día uno (no agregado después).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Polling y SSE evaluados y descartados (latencia / unidireccionalidad).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VAD del lado servidor (Silero) decide cuándo enviar audio a Whisper.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127B7B"/>
                </a:solidFill>
                <a:latin typeface="Calibri"/>
              </a:rPr>
              <a:t>Intelligent buffering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Voz activa → chunks cada 5 s (priorizar latencia).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Silencio 2–10 s → batch (optimizar costo).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Silencio prolongado → no se envía nada.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Resultados · RAGAS (medido)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Ejecución 2026-04-30 · 8 preguntas sintéticas validadas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1031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Umbral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Faithfulness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&gt; 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Context Precision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&gt; 0.75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Answer Relevancy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&gt; 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Context Recall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&gt; 0.70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572000"/>
            <a:ext cx="109728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Caveat explícito: dataset sintético de 8 preguntas. Es un guardrail de regresión, no una prueba de calidad clínica en producción. Evaluación con consultas reales es trabajo de v2.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Resultados · Carga y latencia (medido)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Escenario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Persistencia de eventos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Write p95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14.45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&lt; 50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Persistencia de eventos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712 writes/s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≥ 50 w/s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Persistencia de eventos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Error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0.00 %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&lt; 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WebSocket handshake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Latencia mediana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59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&lt; 500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109728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Fuente: ai-service/reports/2026-04-30/load_test_report.md.  Throughput sostenido de streaming end-to-end queda fuera del alcance de esta tabla y se reporta cualitativamente en la demo.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Resultados · Costos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Cost tracker instrumentado en cada llamada a OpenAI.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Endpoint backend GET /api/v1/costs con desglose por servicio y modo.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Caching de embeddings en Redis para evitar llamadas redundantes.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Modelo de costos proyectado: $0.25–0.28 por consulta en tiempo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09728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Honestidad explícita: la cifra $0.25–0.28 es del modelo de costos en docs/delivery-4/02-cost-analysis.md, no un promedio observado sobre sesiones completadas. Reconciliación con facturación AWS = OI-5, prioridad de v2.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Reflexión · Lo que funcionó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Multi-tier LLM (ADR-001): GPT-4o donde importa, mini para validaciones secundarias.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ChromaDB local (ADR-002): cero costo operacional, latencia suficiente al volumen actual.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Diarización híbrida (ADR-005): 87 % streaming, 92 % batch, sin GPU.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Streaming desde día uno (ADR-006): habilitó alertas en cuanto se detectan.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RAGAS como guardrail de regresión integrado en el ciclo de desarrollo.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Reflexión · Lo que quedó 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Generación automática del borrador SOAP — modelo de datos listo, orquestación pendiente.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Dependencia de la API de Whisper para latencia y costo variable.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Sin dashboard de costos en el frontend (endpoint backend sí existe).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Sin Grafana / Prometheus — solo logs estructurados y métricas in-process.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Reconciliación con facturación real de AWS pendiente (OI-5).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12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Lecciones aprendidas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Prompt engineering + few-shot vence a fine-tuning en la fase MVP.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Cost tracking es un requisito no funcional, no una feature: se instrumenta primero.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RAGAS detecta problemas de fidelidad invisibles a los tests unitarios.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Streaming en tiempo real se diseña desde el inicio, no se retrofitea.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Honestidad sobre lo medido vs. lo modelado importa más que pintar todo verde.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91695" cy="54864"/>
          </a:xfrm>
          <a:prstGeom prst="rect">
            <a:avLst/>
          </a:prstGeom>
          <a:solidFill>
            <a:srgbClr val="E0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MedRecord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0B2A4A"/>
                </a:solidFill>
                <a:latin typeface="Calibri"/>
              </a:rPr>
              <a:t>Roadmap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MedRecord  ·  AI/LLM Solution Architect  ·  Cohorte 2025-A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000" b="0">
                <a:solidFill>
                  <a:srgbClr val="777777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Prioridad alta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Generación automática del borrador SOAP a partir de la extracción consolidada.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Migración a faster-whisper local (latencia + eliminación de costo variable).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Dashboard de costos en frontend + observabilidad con Langfuse y Grafana.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Medio / largo plazo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Multi-tenancy con autenticación federada (Azure AD / Cognito).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Soporte multimodal con GPT-4-vision para imágenes clínicas.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Alertas más ricas basadas en historial completo del paciente.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9728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9728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>
                <a:solidFill>
                  <a:srgbClr val="CFD8DC"/>
                </a:solidFill>
                <a:latin typeface="Calibri"/>
              </a:rPr>
              <a:t>MedRecord — documentación médica automatizada en español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E06C00"/>
                </a:solidFill>
                <a:latin typeface="Calibri"/>
              </a:rPr>
              <a:t>Repositorio:  github.com/&lt;tu-usuario&gt;/health-record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0">
                <a:solidFill>
                  <a:srgbClr val="E06C00"/>
                </a:solidFill>
                <a:latin typeface="Calibri"/>
              </a:rPr>
              <a:t>Documentación:  docs/delivery-4/  ·  docs/adr/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9728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400" b="0">
                <a:solidFill>
                  <a:srgbClr val="CFD8DC"/>
                </a:solidFill>
                <a:latin typeface="Calibri"/>
              </a:rPr>
              <a:t>Enrique Jiménez  ·  AI/LLM Solution Architect  ·  Cohorte 2025-A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